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0"/>
  </p:notesMasterIdLst>
  <p:sldIdLst>
    <p:sldId id="256" r:id="rId5"/>
    <p:sldId id="265" r:id="rId6"/>
    <p:sldId id="284" r:id="rId7"/>
    <p:sldId id="285" r:id="rId8"/>
    <p:sldId id="279" r:id="rId9"/>
    <p:sldId id="278" r:id="rId10"/>
    <p:sldId id="280" r:id="rId11"/>
    <p:sldId id="281" r:id="rId12"/>
    <p:sldId id="282" r:id="rId13"/>
    <p:sldId id="283" r:id="rId14"/>
    <p:sldId id="287" r:id="rId15"/>
    <p:sldId id="290" r:id="rId16"/>
    <p:sldId id="291" r:id="rId17"/>
    <p:sldId id="274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5"/>
            <p14:sldId id="284"/>
            <p14:sldId id="285"/>
            <p14:sldId id="279"/>
            <p14:sldId id="278"/>
            <p14:sldId id="280"/>
            <p14:sldId id="281"/>
            <p14:sldId id="282"/>
            <p14:sldId id="283"/>
            <p14:sldId id="287"/>
            <p14:sldId id="290"/>
            <p14:sldId id="291"/>
            <p14:sldId id="274"/>
            <p14:sldId id="286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026"/>
    <a:srgbClr val="000000"/>
    <a:srgbClr val="008000"/>
    <a:srgbClr val="D2B4A6"/>
    <a:srgbClr val="734F29"/>
    <a:srgbClr val="D24726"/>
    <a:srgbClr val="DD462F"/>
    <a:srgbClr val="AEB785"/>
    <a:srgbClr val="EFD5A2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80" autoAdjust="0"/>
  </p:normalViewPr>
  <p:slideViewPr>
    <p:cSldViewPr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9600" cy="1296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8497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7989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3927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8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7941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782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6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0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3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3284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8505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3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-2" y="199807"/>
            <a:ext cx="12192002" cy="161707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G. NARAYANAMMA INSTITUTE OF TECHNOLOGY &amp; SCIENCE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AUTONOMOUS(For Women)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Shaikpet, Hyderabad ,Telangana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1600" b="1" dirty="0">
              <a:latin typeface="Arial Black" panose="020B0A04020102020204" pitchFamily="34" charset="0"/>
            </a:endParaRPr>
          </a:p>
          <a:p>
            <a:endParaRPr lang="en-US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264000" y="4336200"/>
            <a:ext cx="4536000" cy="1555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Presented By: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Team Members:</a:t>
            </a:r>
            <a:b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Mukkara DivyaSree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24251A05M9</a:t>
            </a:r>
            <a:b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Komatireddy Keerthana-24241A05L9</a:t>
            </a:r>
            <a:b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P. Sai Priya Reddy-24251A05R3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538484" y="2317897"/>
            <a:ext cx="4318590" cy="19032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465600" y="4341896"/>
            <a:ext cx="19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 Sarada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Head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983" y="1816881"/>
            <a:ext cx="83146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Anomaly Detection for Wearable Data Using Autoencoders</a:t>
            </a:r>
            <a:endParaRPr lang="en-US" sz="20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t="-5651" r="-2039" b="-1"/>
          <a:stretch/>
        </p:blipFill>
        <p:spPr>
          <a:xfrm>
            <a:off x="221682" y="285085"/>
            <a:ext cx="1607301" cy="1459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8800" y="2951946"/>
            <a:ext cx="2456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No:D9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11588750" cy="482758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3B30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9302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4994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3740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7639C3-3823-E22E-CE5B-AAD5FE33CBD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0566" y="1264272"/>
            <a:ext cx="5202001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Topic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such as smartwatches and fitness trackers enable continuous monitoring of physiological and activity-based data including heart rate, sleep patterns, and motion signals. These devices generate large volumes of time-series health data.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belongs to the domain of: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 Analytics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Anomaly Detection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the Problem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employees and corporate professionals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sedentary lifestyles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exposed to stress and irregular sleep cycles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E3E42-2C54-0A92-83E5-5DB1CBE19216}"/>
              </a:ext>
            </a:extLst>
          </p:cNvPr>
          <p:cNvSpPr txBox="1"/>
          <p:nvPr/>
        </p:nvSpPr>
        <p:spPr>
          <a:xfrm>
            <a:off x="6596401" y="1291889"/>
            <a:ext cx="5202001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Must Be Solved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Sedentary behavior increases risk of cardiovascular diseases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rhythm disruption leads to stress and burnout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fitness apps do not intelligently detect abnormal patterns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Problem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prevents long-term health complications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corporate wellness programs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health monitoring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System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lightweight, real-time anomaly detection system is required to: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abnormal physiological patterns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circadian rhythm disruptions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efficiently on resource-constrained wearable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88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4000" y="256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D34490-91EC-0C51-326E-9E356EB9B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57895"/>
              </p:ext>
            </p:extLst>
          </p:nvPr>
        </p:nvGraphicFramePr>
        <p:xfrm>
          <a:off x="393600" y="1096200"/>
          <a:ext cx="11210398" cy="5560530"/>
        </p:xfrm>
        <a:graphic>
          <a:graphicData uri="http://schemas.openxmlformats.org/drawingml/2006/table">
            <a:tbl>
              <a:tblPr/>
              <a:tblGrid>
                <a:gridCol w="1166400">
                  <a:extLst>
                    <a:ext uri="{9D8B030D-6E8A-4147-A177-3AD203B41FA5}">
                      <a16:colId xmlns:a16="http://schemas.microsoft.com/office/drawing/2014/main" val="3024017554"/>
                    </a:ext>
                  </a:extLst>
                </a:gridCol>
                <a:gridCol w="2394550">
                  <a:extLst>
                    <a:ext uri="{9D8B030D-6E8A-4147-A177-3AD203B41FA5}">
                      <a16:colId xmlns:a16="http://schemas.microsoft.com/office/drawing/2014/main" val="1263824718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3298417940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2017695869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654826064"/>
                    </a:ext>
                  </a:extLst>
                </a:gridCol>
                <a:gridCol w="1912362">
                  <a:extLst>
                    <a:ext uri="{9D8B030D-6E8A-4147-A177-3AD203B41FA5}">
                      <a16:colId xmlns:a16="http://schemas.microsoft.com/office/drawing/2014/main" val="2496540777"/>
                    </a:ext>
                  </a:extLst>
                </a:gridCol>
              </a:tblGrid>
              <a:tr h="77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Tittle</a:t>
                      </a:r>
                      <a:r>
                        <a:rPr lang="en-US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 with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46366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Wearable Health Monitoring (2023)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Autoencoder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stress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88593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Anomaly Detection in IoT Healthcare (2022)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Autoencoder-based anomaly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anomaly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feature diversity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462532"/>
                  </a:ext>
                </a:extLst>
              </a:tr>
              <a:tr h="105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Circadian Rhythm Monitoring Using Wearables (2021)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analysis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sleep irregularities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deep learning integration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754161"/>
                  </a:ext>
                </a:extLst>
              </a:tr>
              <a:tr h="659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Accelerometer-Based Sedentary Detection (2020)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 et al.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Threshold-based classification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sedentary time detection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adaptive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70992"/>
                  </a:ext>
                </a:extLst>
              </a:tr>
              <a:tr h="85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Deep Learning Models for Edge Devices (2019)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&amp; Wang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neural networks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computational overhead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model complexity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967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38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2800" y="1446213"/>
            <a:ext cx="4276800" cy="3537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 Description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wearable systems provide: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count tracking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monitoring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 display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raw sensor signals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summary statistics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alerts (e.g., step goals)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2065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810AB-446C-EDA4-F593-258CC0E309DD}"/>
              </a:ext>
            </a:extLst>
          </p:cNvPr>
          <p:cNvSpPr txBox="1"/>
          <p:nvPr/>
        </p:nvSpPr>
        <p:spPr>
          <a:xfrm>
            <a:off x="6096000" y="1322381"/>
            <a:ext cx="4276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firmware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signal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threshold systems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Challenges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anomaly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circadian disruption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risk scoring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for complex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116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9639950" cy="15939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generate continuous physiological and activity data, but existing systems fail to intelligently detect subtle abnormalities in real time. Circadian rhythm disruptions and stress-related deviations often go unnoticed due to the lack of lightweight anomaly detection models suitable for wearable environments. Therefore, the problem is to develop an efficient autoencoder-based system that can learn normal patterns and identify unusual behavioral deviations from wearable data.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0125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250" y="1446213"/>
            <a:ext cx="10985500" cy="4827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Idea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lightweight autoencoder model that learns normal wearable health patterns and detects abnormal behavior using reconstruction error.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physiological patterns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deviations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circadian disruptions early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wearable deployment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Accelerometer-based sedentary detection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score computation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index calculation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model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Smartwatch-style visualization dashboard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3250" y="1890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75719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AEDAC6-B6E5-72F0-AAC0-7D3FAC61DBE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2800" y="837000"/>
            <a:ext cx="11409600" cy="2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challenge of personalized circadian rhythm disruption detection using wearable data.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can analyze multiple physiological parameters such as heart rate, activity level, and respiratory rate together.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unsupervised learning model (autoencoder) that learns normal behavior without requiring labeled data.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abnormal patterns by measuring deviation from learned normal behavior using reconstruction error.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lightweight and efficient solution that can work in near real-time on wearable with low computational overhead.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interactive and user-friendly dashboard for visualizing health patterns and anomalies. </a:t>
            </a:r>
          </a:p>
        </p:txBody>
      </p:sp>
    </p:spTree>
    <p:extLst>
      <p:ext uri="{BB962C8B-B14F-4D97-AF65-F5344CB8AC3E}">
        <p14:creationId xmlns:p14="http://schemas.microsoft.com/office/powerpoint/2010/main" val="84907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4000" y="92252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000" y="1096200"/>
            <a:ext cx="5702400" cy="457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Preprocessing → Feature Engineering → Autoencoder Training → Reconstruction Error Calculation → Anomaly Detection → Dashboard Visualization → Performance Evaluation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Project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Normalization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Autoencoder Model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Module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E11EA-B7D1-8267-695E-9C0DA7639D73}"/>
              </a:ext>
            </a:extLst>
          </p:cNvPr>
          <p:cNvSpPr txBox="1"/>
          <p:nvPr/>
        </p:nvSpPr>
        <p:spPr>
          <a:xfrm>
            <a:off x="6488058" y="1096200"/>
            <a:ext cx="452816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wearable data (accelerometer, HR, sleep, steps)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clean signals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derived features (sedentary minutes, stress score)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autoencoder on normal data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using reconstruction error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in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17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748963" cy="11223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8A6B1-971C-02D2-7D5D-2117644EE00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2800" y="1096200"/>
            <a:ext cx="2235233" cy="300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</p:txBody>
      </p:sp>
    </p:spTree>
    <p:extLst>
      <p:ext uri="{BB962C8B-B14F-4D97-AF65-F5344CB8AC3E}">
        <p14:creationId xmlns:p14="http://schemas.microsoft.com/office/powerpoint/2010/main" val="124248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4294967295"/>
          </p:nvPr>
        </p:nvSpPr>
        <p:spPr bwMode="auto">
          <a:xfrm>
            <a:off x="523200" y="1401900"/>
            <a:ext cx="12052800" cy="469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reconstruction error graph (spikes = anomalies)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anomaly detection using threshold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showing key health metrics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input → instant analysis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training loss (~0.00237)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normal error (~0.0019)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(~0.00582) for anomaly detection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~5% data detected as anomalies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meaningful abnormal patterns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personalized user behavior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improves results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labeled data </a:t>
            </a:r>
          </a:p>
          <a:p>
            <a:pPr marL="0" indent="0">
              <a:buNone/>
            </a:pPr>
            <a:endParaRPr lang="en-IN" sz="1800" b="1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3600" y="1890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3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C5F06-AFDE-8566-581D-0E82B9C75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4" r="3228"/>
          <a:stretch>
            <a:fillRect/>
          </a:stretch>
        </p:blipFill>
        <p:spPr>
          <a:xfrm>
            <a:off x="393600" y="334580"/>
            <a:ext cx="5313600" cy="311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DCE0-6748-C5C4-974F-AB8B99377A42}"/>
              </a:ext>
            </a:extLst>
          </p:cNvPr>
          <p:cNvSpPr txBox="1"/>
          <p:nvPr/>
        </p:nvSpPr>
        <p:spPr>
          <a:xfrm>
            <a:off x="6225600" y="837000"/>
            <a:ext cx="54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reconstruction error over time to detect abnormal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points indicate anomalies where error exceeds the threshold.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visually identify unusual health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sudden deviations.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CD0A3F-821B-329A-C2EA-8D13124D43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4" r="4292"/>
          <a:stretch>
            <a:fillRect/>
          </a:stretch>
        </p:blipFill>
        <p:spPr>
          <a:xfrm>
            <a:off x="6614400" y="3506938"/>
            <a:ext cx="5184000" cy="3117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DB0D4F-73B4-7F47-7F42-6D23811D0A56}"/>
              </a:ext>
            </a:extLst>
          </p:cNvPr>
          <p:cNvSpPr txBox="1"/>
          <p:nvPr/>
        </p:nvSpPr>
        <p:spPr>
          <a:xfrm>
            <a:off x="523200" y="3817800"/>
            <a:ext cx="531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variation of stress levels throughout the day using time-series visualization.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periods of high and low stress based on physiological signals.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daily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emotional patterns.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03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0F986-EB17-9ED6-E09E-B251C7D3B1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76" t="15984" r="5276" b="-15984"/>
          <a:stretch>
            <a:fillRect/>
          </a:stretch>
        </p:blipFill>
        <p:spPr>
          <a:xfrm>
            <a:off x="-47878" y="318600"/>
            <a:ext cx="5702400" cy="36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A7DDDF-9321-3731-1234-900F97EA97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4" r="4292"/>
          <a:stretch>
            <a:fillRect/>
          </a:stretch>
        </p:blipFill>
        <p:spPr>
          <a:xfrm>
            <a:off x="6149143" y="3425510"/>
            <a:ext cx="5443200" cy="32407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995801-C52C-457C-7D80-93545A0A7794}"/>
              </a:ext>
            </a:extLst>
          </p:cNvPr>
          <p:cNvSpPr txBox="1"/>
          <p:nvPr/>
        </p:nvSpPr>
        <p:spPr>
          <a:xfrm>
            <a:off x="393600" y="3688200"/>
            <a:ext cx="505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manually enter health values when wearable data is unavailable.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inputs like heart rate, steps, energy, sleep, and respiratory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feedback to classify entered data as normal or abnormal. 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47A7E-D0DD-76C7-CF9C-9E598BB7948D}"/>
              </a:ext>
            </a:extLst>
          </p:cNvPr>
          <p:cNvSpPr txBox="1"/>
          <p:nvPr/>
        </p:nvSpPr>
        <p:spPr>
          <a:xfrm>
            <a:off x="6355200" y="707399"/>
            <a:ext cx="505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key daily metrics like sleep, heart rate, stress, steps, and anomalies in a single 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important insights such as good sleep, controlled stress, or high sedentary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understanding of overall health condition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data.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29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090" y="3186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1349" y="1485000"/>
            <a:ext cx="10809302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 I., Bengio Y., Courville A., Deep Learning, First Edition, MIT Press, 2016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Aggarwal C. C., Neural Networks and Deep Learning, Springer, 2018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Bishop C. M., Pattern Recognition and Machine Learning, Springer, 2006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Szeliski R., Computer Vision: Algorithms and Applications, Springer, 2011</a:t>
            </a:r>
          </a:p>
        </p:txBody>
      </p:sp>
    </p:spTree>
    <p:extLst>
      <p:ext uri="{BB962C8B-B14F-4D97-AF65-F5344CB8AC3E}">
        <p14:creationId xmlns:p14="http://schemas.microsoft.com/office/powerpoint/2010/main" val="54994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019550" y="2243138"/>
            <a:ext cx="817245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80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4873beb7-5857-4685-be1f-d57550cc96cc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705</TotalTime>
  <Words>1077</Words>
  <Application>Microsoft Office PowerPoint</Application>
  <PresentationFormat>Widescreen</PresentationFormat>
  <Paragraphs>189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Presented By: Team Members: 1. Mukkara DivyaSree-24251A05M9 2. Komatireddy Keerthana-24241A05L9 3. P. Sai Priya Reddy-24251A05R3</vt:lpstr>
      <vt:lpstr>Table of Contents</vt:lpstr>
      <vt:lpstr>Introduction</vt:lpstr>
      <vt:lpstr>Literature Survey</vt:lpstr>
      <vt:lpstr>Existing system</vt:lpstr>
      <vt:lpstr>Problem statement</vt:lpstr>
      <vt:lpstr>Proposed system</vt:lpstr>
      <vt:lpstr>Objectives</vt:lpstr>
      <vt:lpstr>Methodology</vt:lpstr>
      <vt:lpstr>Technologies</vt:lpstr>
      <vt:lpstr>Results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Designation  Affiliation Email ID</dc:title>
  <dc:creator>Microsoft account</dc:creator>
  <cp:lastModifiedBy>Komatireddy Keerthanareddy</cp:lastModifiedBy>
  <cp:revision>54</cp:revision>
  <dcterms:created xsi:type="dcterms:W3CDTF">2022-09-27T04:56:00Z</dcterms:created>
  <dcterms:modified xsi:type="dcterms:W3CDTF">2026-04-24T15:26:06Z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